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Lato"/>
      <p:regular r:id="rId7"/>
      <p:bold r:id="rId8"/>
      <p:italic r:id="rId9"/>
      <p:boldItalic r:id="rId10"/>
    </p:embeddedFont>
    <p:embeddedFont>
      <p:font typeface="Poppins"/>
      <p:regular r:id="rId11"/>
      <p:bold r:id="rId12"/>
      <p:italic r:id="rId13"/>
      <p:boldItalic r:id="rId14"/>
    </p:embeddedFont>
    <p:embeddedFont>
      <p:font typeface="Poppins ExtraBold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ato-regular.fntdata"/><Relationship Id="rId8" Type="http://schemas.openxmlformats.org/officeDocument/2006/relationships/font" Target="fonts/Lato-bold.fntdata"/><Relationship Id="rId11" Type="http://schemas.openxmlformats.org/officeDocument/2006/relationships/font" Target="fonts/Poppins-regular.fntdata"/><Relationship Id="rId10" Type="http://schemas.openxmlformats.org/officeDocument/2006/relationships/font" Target="fonts/Lato-boldItalic.fntdata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5" Type="http://schemas.openxmlformats.org/officeDocument/2006/relationships/font" Target="fonts/PoppinsExtraBold-bold.fntdata"/><Relationship Id="rId14" Type="http://schemas.openxmlformats.org/officeDocument/2006/relationships/font" Target="fonts/Poppins-boldItalic.fntdata"/><Relationship Id="rId16" Type="http://schemas.openxmlformats.org/officeDocument/2006/relationships/font" Target="fonts/Poppi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22" Type="http://schemas.openxmlformats.org/officeDocument/2006/relationships/image" Target="../media/image32.png"/><Relationship Id="rId21" Type="http://schemas.openxmlformats.org/officeDocument/2006/relationships/image" Target="../media/image15.png"/><Relationship Id="rId24" Type="http://schemas.openxmlformats.org/officeDocument/2006/relationships/image" Target="../media/image19.png"/><Relationship Id="rId23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8.png"/><Relationship Id="rId26" Type="http://schemas.openxmlformats.org/officeDocument/2006/relationships/image" Target="../media/image16.png"/><Relationship Id="rId25" Type="http://schemas.openxmlformats.org/officeDocument/2006/relationships/image" Target="../media/image12.png"/><Relationship Id="rId28" Type="http://schemas.openxmlformats.org/officeDocument/2006/relationships/image" Target="../media/image23.png"/><Relationship Id="rId27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29" Type="http://schemas.openxmlformats.org/officeDocument/2006/relationships/image" Target="../media/image34.png"/><Relationship Id="rId7" Type="http://schemas.openxmlformats.org/officeDocument/2006/relationships/image" Target="../media/image6.png"/><Relationship Id="rId8" Type="http://schemas.openxmlformats.org/officeDocument/2006/relationships/image" Target="../media/image4.png"/><Relationship Id="rId31" Type="http://schemas.openxmlformats.org/officeDocument/2006/relationships/image" Target="../media/image33.png"/><Relationship Id="rId30" Type="http://schemas.openxmlformats.org/officeDocument/2006/relationships/image" Target="../media/image26.png"/><Relationship Id="rId11" Type="http://schemas.openxmlformats.org/officeDocument/2006/relationships/image" Target="../media/image8.png"/><Relationship Id="rId33" Type="http://schemas.openxmlformats.org/officeDocument/2006/relationships/image" Target="../media/image25.png"/><Relationship Id="rId10" Type="http://schemas.openxmlformats.org/officeDocument/2006/relationships/image" Target="../media/image10.png"/><Relationship Id="rId32" Type="http://schemas.openxmlformats.org/officeDocument/2006/relationships/image" Target="../media/image27.png"/><Relationship Id="rId13" Type="http://schemas.openxmlformats.org/officeDocument/2006/relationships/image" Target="../media/image11.png"/><Relationship Id="rId35" Type="http://schemas.openxmlformats.org/officeDocument/2006/relationships/image" Target="../media/image30.png"/><Relationship Id="rId12" Type="http://schemas.openxmlformats.org/officeDocument/2006/relationships/image" Target="../media/image9.png"/><Relationship Id="rId34" Type="http://schemas.openxmlformats.org/officeDocument/2006/relationships/image" Target="../media/image24.png"/><Relationship Id="rId15" Type="http://schemas.openxmlformats.org/officeDocument/2006/relationships/image" Target="../media/image13.png"/><Relationship Id="rId37" Type="http://schemas.openxmlformats.org/officeDocument/2006/relationships/image" Target="../media/image28.png"/><Relationship Id="rId14" Type="http://schemas.openxmlformats.org/officeDocument/2006/relationships/image" Target="../media/image35.png"/><Relationship Id="rId36" Type="http://schemas.openxmlformats.org/officeDocument/2006/relationships/image" Target="../media/image31.png"/><Relationship Id="rId17" Type="http://schemas.openxmlformats.org/officeDocument/2006/relationships/image" Target="../media/image14.png"/><Relationship Id="rId16" Type="http://schemas.openxmlformats.org/officeDocument/2006/relationships/image" Target="../media/image7.png"/><Relationship Id="rId19" Type="http://schemas.openxmlformats.org/officeDocument/2006/relationships/image" Target="../media/image20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548705"/>
            <a:ext cx="4655343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5977830"/>
            <a:ext cx="6722268" cy="499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4268" y="5977830"/>
            <a:ext cx="4231481" cy="499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-4380" r="4380" t="0"/>
          <a:stretch/>
        </p:blipFill>
        <p:spPr>
          <a:xfrm>
            <a:off x="485775" y="1558230"/>
            <a:ext cx="18097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7343" y="1710630"/>
            <a:ext cx="6298406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17343" y="2310705"/>
            <a:ext cx="6298406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17343" y="2910780"/>
            <a:ext cx="6298406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17343" y="3510855"/>
            <a:ext cx="6298406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17343" y="4110930"/>
            <a:ext cx="6298406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17343" y="4711005"/>
            <a:ext cx="6298406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17343" y="5311080"/>
            <a:ext cx="6298406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98318" y="5396805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3">
            <a:alphaModFix/>
          </a:blip>
          <a:srcRect b="4480" l="-4280" r="4280" t="-4480"/>
          <a:stretch/>
        </p:blipFill>
        <p:spPr>
          <a:xfrm>
            <a:off x="914400" y="2139255"/>
            <a:ext cx="12382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60536" y="2491680"/>
            <a:ext cx="12382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13997" y="2844105"/>
            <a:ext cx="12382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513997" y="3253680"/>
            <a:ext cx="12382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780697" y="3606105"/>
            <a:ext cx="12382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793936" y="4015680"/>
            <a:ext cx="12382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19">
            <a:alphaModFix/>
          </a:blip>
          <a:srcRect b="0" l="-5350" r="5350" t="0"/>
          <a:stretch/>
        </p:blipFill>
        <p:spPr>
          <a:xfrm>
            <a:off x="1714500" y="4425255"/>
            <a:ext cx="12382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754218" y="4834830"/>
            <a:ext cx="13716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034158" y="5187255"/>
            <a:ext cx="1809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476250" y="381000"/>
            <a:ext cx="6920865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0B224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Understanding the DOM Tree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476250" y="939105"/>
            <a:ext cx="65913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The DOM (Document Object Model) represents an HTML document as a tree of nodes.</a:t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2676525" y="5989290"/>
            <a:ext cx="19050" cy="47625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2886075" y="6027390"/>
            <a:ext cx="40647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22006"/>
                </a:solidFill>
                <a:latin typeface="Lato"/>
                <a:ea typeface="Lato"/>
                <a:cs typeface="Lato"/>
                <a:sym typeface="Lato"/>
              </a:rPr>
              <a:t>JavaScript can traverse, select, create, modify, and remove any node in this DOM tree using the DOM API.</a:t>
            </a:r>
            <a:endParaRPr/>
          </a:p>
        </p:txBody>
      </p:sp>
      <p:pic>
        <p:nvPicPr>
          <p:cNvPr descr="image.png" id="109" name="Google Shape;109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731918" y="6046440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8265318" y="6027390"/>
            <a:ext cx="2752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Every HTML element becomes an object (node)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25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that JavaScript can manipulate. </a:t>
            </a:r>
            <a:endParaRPr/>
          </a:p>
        </p:txBody>
      </p:sp>
      <p:pic>
        <p:nvPicPr>
          <p:cNvPr descr="image.png" id="111" name="Google Shape;111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7225" y="1648717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598318" y="179635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6074568" y="1839217"/>
            <a:ext cx="4667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Document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Represents the complete webpage loaded by the browser.</a:t>
            </a:r>
            <a:endParaRPr/>
          </a:p>
        </p:txBody>
      </p:sp>
      <p:pic>
        <p:nvPicPr>
          <p:cNvPr descr="image.png" id="114" name="Google Shape;114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598318" y="2396430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6074568" y="2439292"/>
            <a:ext cx="19145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D4ED8"/>
                </a:solidFill>
                <a:latin typeface="Lato"/>
                <a:ea typeface="Lato"/>
                <a:cs typeface="Lato"/>
                <a:sym typeface="Lato"/>
              </a:rPr>
              <a:t>html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Root HTML element.</a:t>
            </a:r>
            <a:endParaRPr/>
          </a:p>
        </p:txBody>
      </p:sp>
      <p:pic>
        <p:nvPicPr>
          <p:cNvPr descr="image.png" id="116" name="Google Shape;116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598318" y="299650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6074568" y="3039367"/>
            <a:ext cx="2828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D4ED8"/>
                </a:solidFill>
                <a:latin typeface="Lato"/>
                <a:ea typeface="Lato"/>
                <a:cs typeface="Lato"/>
                <a:sym typeface="Lato"/>
              </a:rPr>
              <a:t>head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Contains metadata, title, CSS links.</a:t>
            </a:r>
            <a:endParaRPr/>
          </a:p>
        </p:txBody>
      </p:sp>
      <p:pic>
        <p:nvPicPr>
          <p:cNvPr descr="image.png" id="118" name="Google Shape;118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598318" y="3596580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6074568" y="3639442"/>
            <a:ext cx="3390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D4ED8"/>
                </a:solidFill>
                <a:latin typeface="Lato"/>
                <a:ea typeface="Lato"/>
                <a:cs typeface="Lato"/>
                <a:sym typeface="Lato"/>
              </a:rPr>
              <a:t>body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Contains everything visible on the webpage.</a:t>
            </a:r>
            <a:endParaRPr/>
          </a:p>
        </p:txBody>
      </p:sp>
      <p:pic>
        <p:nvPicPr>
          <p:cNvPr descr="image.png" id="120" name="Google Shape;120;p1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598318" y="419665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/>
          <p:nvPr/>
        </p:nvSpPr>
        <p:spPr>
          <a:xfrm>
            <a:off x="6074568" y="4239517"/>
            <a:ext cx="3638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7E22CE"/>
                </a:solidFill>
                <a:latin typeface="Lato"/>
                <a:ea typeface="Lato"/>
                <a:cs typeface="Lato"/>
                <a:sym typeface="Lato"/>
              </a:rPr>
              <a:t>input / select / button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Interactive form elements.</a:t>
            </a:r>
            <a:endParaRPr/>
          </a:p>
        </p:txBody>
      </p:sp>
      <p:pic>
        <p:nvPicPr>
          <p:cNvPr descr="image.png" id="122" name="Google Shape;122;p1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598318" y="4796730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/>
        </p:nvSpPr>
        <p:spPr>
          <a:xfrm>
            <a:off x="6074568" y="4839592"/>
            <a:ext cx="4810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E185D"/>
                </a:solidFill>
                <a:latin typeface="Lato"/>
                <a:ea typeface="Lato"/>
                <a:cs typeface="Lato"/>
                <a:sym typeface="Lato"/>
              </a:rPr>
              <a:t>article.product-card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Each product is an independent DOM subtree.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6074568" y="5439667"/>
            <a:ext cx="3267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script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JavaScript adds interactivity to the page.</a:t>
            </a:r>
            <a:endParaRPr/>
          </a:p>
        </p:txBody>
      </p:sp>
      <p:pic>
        <p:nvPicPr>
          <p:cNvPr descr="image.png" id="125" name="Google Shape;125;p1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23900" y="6065490"/>
            <a:ext cx="2476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 txBox="1"/>
          <p:nvPr/>
        </p:nvSpPr>
        <p:spPr>
          <a:xfrm>
            <a:off x="1085850" y="6089302"/>
            <a:ext cx="14001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713F12"/>
                </a:solidFill>
                <a:latin typeface="Poppins"/>
                <a:ea typeface="Poppins"/>
                <a:cs typeface="Poppins"/>
                <a:sym typeface="Poppins"/>
              </a:rPr>
              <a:t>Key Takeaway</a:t>
            </a:r>
            <a:endParaRPr/>
          </a:p>
        </p:txBody>
      </p:sp>
      <p:pic>
        <p:nvPicPr>
          <p:cNvPr descr="image.png" id="127" name="Google Shape;127;p1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879556" y="6141690"/>
            <a:ext cx="666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684043" y="1891605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674518" y="2491680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674518" y="309175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674518" y="3691830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3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5693568" y="429190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3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693568" y="489198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3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1095375" y="2224980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362075" y="2577405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628775" y="2929830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628775" y="3339405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895475" y="3691830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895475" y="4101405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895475" y="4510980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895475" y="4920555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3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2162175" y="5272980"/>
            <a:ext cx="1524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